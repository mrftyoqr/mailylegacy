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MailyT-Cuida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del sistema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propuesta de unificación a Maily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4572000" cy="0"/>
          </a:xfrm>
          <a:prstGeom prst="line">
            <a:avLst/>
          </a:prstGeom>
          <a:noFill/>
          <a:ln w="19050">
            <a:solidFill>
              <a:srgbClr val="00C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37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 ·  v0.1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228600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764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Django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8960" y="3749040"/>
            <a:ext cx="228600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37764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React Native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3749040"/>
            <a:ext cx="228600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37764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Next.js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5E3"/>
                </a:solidFill>
              </a:rPr>
              <a:t>RESUMEN EJECUTIVO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tenemos hoy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5720" cy="1051560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161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backend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109728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1097280"/>
            <a:ext cx="4572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2161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32888" y="16276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mobile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181051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Expo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17136" y="109728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17136" y="1097280"/>
            <a:ext cx="45720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12161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54296" y="16276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 del back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54296" y="181051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~7/10 calidad técnica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38544" y="109728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38544" y="1097280"/>
            <a:ext cx="45720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12161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75704" y="16276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conectados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75704" y="181051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Admin Web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actual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26974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MailyT-Cuida es una plataforma de salud B2C para pacientes crónicos. El backend en Django REST Framework gestiona 22 módulos independientes incluyendo vitales, medicamentos, citas, gamificación, documentos médicos, IA de análisis y más.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general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8437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788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22/22 módulos implementados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13639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081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 Clerk JWT + webhooks de sincronización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429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374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móvil: conectada al 85% de endpoints clave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7216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6667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web (Next.js 16) — Fase 1 lista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401421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9593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Multi-tenant: no implementado (arquitectura B2C)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430682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4251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issues de seguridad identificados externamente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5E3"/>
                </a:solidFill>
              </a:rPr>
              <a:t>ARQUITECTURA ACTUAL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 del sistema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5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347472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673352"/>
            <a:ext cx="73152" cy="73152"/>
          </a:xfrm>
          <a:prstGeom prst="ellipse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1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5.1 + DRF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020824"/>
            <a:ext cx="73152" cy="73152"/>
          </a:xfrm>
          <a:prstGeom prst="ellipse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368296"/>
            <a:ext cx="73152" cy="73152"/>
          </a:xfrm>
          <a:prstGeom prst="ellipse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13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(tareas async)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2715768"/>
            <a:ext cx="73152" cy="73152"/>
          </a:xfrm>
          <a:prstGeom prst="ellipse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60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(media)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3063240"/>
            <a:ext cx="73152" cy="73152"/>
          </a:xfrm>
          <a:prstGeom prst="ellipse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08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JWT auth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3410712"/>
            <a:ext cx="73152" cy="73152"/>
          </a:xfrm>
          <a:prstGeom prst="ellipse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355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(pagos)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758184"/>
            <a:ext cx="73152" cy="73152"/>
          </a:xfrm>
          <a:prstGeom prst="ellipse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Claude IA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4105656"/>
            <a:ext cx="73152" cy="73152"/>
          </a:xfrm>
          <a:prstGeom prst="ellipse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Sevalla (hosting)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1143000"/>
            <a:ext cx="27432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64992" y="1673352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161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2020824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64992" y="236829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2313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v5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64992" y="2715768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2660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(file-based)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64992" y="3063240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3008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expo SDK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64992" y="3410712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3355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interceptors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64992" y="3758184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(estado global)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64992" y="410565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93008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expo-document-picker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1143000"/>
            <a:ext cx="27432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91072" y="167335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9088" y="161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91072" y="202082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9088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Tailwind v4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91072" y="236829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19088" y="2313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Next.js v7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91072" y="271576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9088" y="2660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v5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91072" y="3063240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19088" y="3008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(gráficas)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91072" y="341071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19088" y="3355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91072" y="37581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19088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Protegido: rol ADMIN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91072" y="410565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19088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especialistas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5E3"/>
                </a:solidFill>
              </a:rPr>
              <a:t>BACKEND — MÓDULOS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módulos implementados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al mobile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97480" y="10972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2072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/ en proceso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83480" y="1097280"/>
            <a:ext cx="118872" cy="11887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8072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only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353312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3990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 Auth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43584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1353312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5336" y="13990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 Perfiles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6624" y="1353312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70632" y="13990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Vitales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94176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1353312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95928" y="13990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M04 Medicamentos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19472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57216" y="1353312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13990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M05 Lab Results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44768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1353312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3990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 Citas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70064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07808" y="1353312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71816" y="13990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M07 Notificaciones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595360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1883664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19293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M08 Chat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243584" y="192938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81328" y="1883664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45336" y="19293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M09 Pagos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68880" y="192938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06624" y="1883664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70632" y="19293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 Analytics IA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94176" y="1929384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31920" y="1883664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95928" y="19293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 Documentos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919472" y="1929384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57216" y="1883664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21224" y="19293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 Audit Log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44768" y="192938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82512" y="1883664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19293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 Recetas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370064" y="1929384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07808" y="1883664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1816" y="192938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 Especialistas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595360" y="192938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6032" y="2414016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2459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 Gamificación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243584" y="2459736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481328" y="2414016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45336" y="2459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M16 Partners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468880" y="2459736"/>
            <a:ext cx="118872" cy="11887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06624" y="2414016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70632" y="2459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 Cupones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94176" y="2459736"/>
            <a:ext cx="118872" cy="11887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931920" y="2414016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95928" y="2459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 Telemedicina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919472" y="2459736"/>
            <a:ext cx="118872" cy="11887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57216" y="2414016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21224" y="2459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M19 Encuestas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144768" y="2459736"/>
            <a:ext cx="118872" cy="11887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82512" y="2414016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6520" y="2459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 Nutrición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370064" y="2459736"/>
            <a:ext cx="118872" cy="11887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07808" y="2414016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71816" y="2459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M21 Wellness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8595360" y="2459736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6032" y="2944368"/>
            <a:ext cx="117043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0040" y="29900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M22 Familia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243584" y="299008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conectados al móvil  ·  5 parciales  ·  6 pendientes de pantalla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5E3"/>
                </a:solidFill>
              </a:rPr>
              <a:t>APP MÓVIL — REACT NATIVE / EXPO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implementadas y conectadas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C5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651760" cy="274320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338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Onboarding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sign-in / sign-up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6733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role-setup (3 roles)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9019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Redirección por rol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517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26517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338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Vitales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Home con IA insights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10128" y="16733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Registro multi-vital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0128" y="19019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Historial + fotos OCR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10128" y="2130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Metas personales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6517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97280"/>
            <a:ext cx="265176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1338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 &amp; Labs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36208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Lista + calendario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36208" y="16733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Tomar / omitir / postponer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36208" y="19019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Resultados de laboratorio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36208" y="2130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Subida de PDF a R2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606040"/>
            <a:ext cx="26517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606040"/>
            <a:ext cx="265176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6426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&amp; Notifs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29535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Próxima cita en home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31821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Cancelar / confirmar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" y="3410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Centro de notificaciones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" y="3639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Contador unread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2606040"/>
            <a:ext cx="26517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606040"/>
            <a:ext cx="26517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26426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10128" y="29535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Check-in diario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10128" y="31821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Registro sueño / ánimo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10128" y="3410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Gráfica de ánimo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10128" y="3639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Programas de bienestar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0" y="2606040"/>
            <a:ext cx="26517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606040"/>
            <a:ext cx="265176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6426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&amp; Extras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36208" y="29535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Gamificación + estrellas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36208" y="31821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Documentos médicos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36208" y="3410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Familia (cuidadores)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36208" y="3639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Plan de suscripción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B5CF6"/>
                </a:solidFill>
              </a:rPr>
              <a:t>ADMIN PORTAL WEB — FASE 1 COMPLETADA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Administración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Clerk + TanStack Query + Recharts · admin-portal/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397764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44752"/>
            <a:ext cx="397764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KPIs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02082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476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tarjetas KPI (usuarios, especialistas, suscripciones, hoy)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64261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56946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PieChart de usuarios por rol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26440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19125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BarChart de suscripciones por tier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88620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8130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nuevo: GET /auth/admin/dashboard/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444752"/>
            <a:ext cx="397764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444752"/>
            <a:ext cx="397764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481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Log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02082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9476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paginada (50 registros/pág)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64261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56946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acción, email, recurso, fechas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26440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19125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por status HTTP (2xx verde / 4xx rojo)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88620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8130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de error destacados en rojo tenue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Guard de rol ADMIN: verifica en el backend en cada carga de página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externo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"joseph cambios.pdf" — Plan de Unificación del Backend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del sistema actual: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83464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técnica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completo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3456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6751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5E3"/>
                </a:solidFill>
              </a:rPr>
              <a:t>PROPUESTA DE UNIFICACIÓN — CONTEXTO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vs. Objetivo: Maily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645920" cy="320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65960" y="1143000"/>
            <a:ext cx="32918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170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— MailyT-Cuida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1143000"/>
            <a:ext cx="3291840" cy="320040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170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— Maily Platform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8321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276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162763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94960" y="162763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entidad con tenant_id + RLS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8321040" cy="4754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488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57400" y="21488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usuario ↔ paciente (1 clínica)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94960" y="21488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(MPI) — múltiples clínicas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551176"/>
            <a:ext cx="8321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7004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57400" y="26700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Django fijas hardcodeadas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6700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+ JSON Schema por especialidad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8321040" cy="4754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9125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57400" y="319125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acoplado directamente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94960" y="319125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propio o Clerk tras abstracción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593592"/>
            <a:ext cx="8321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124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57400" y="371246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mensual (paciente paga)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94960" y="371246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anual (clínica) + B2C opcional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114800"/>
            <a:ext cx="8321040" cy="4754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2336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57400" y="423367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en views/serializers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94960" y="423367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services / selectors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5E3"/>
                </a:solidFill>
              </a:rPr>
              <a:t>PROPUESTA DE UNIFICACIÓN — BLOQUES DE CAMBIO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9 cambios propuestos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60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572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161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 abstracto + multi-tenant (tenant_id en todo)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1216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4160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56232"/>
            <a:ext cx="4572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9293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2938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global del paciente — Master Patient Index (MPI)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1929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69464"/>
            <a:ext cx="4160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69464"/>
            <a:ext cx="457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426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64261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Especialidades como sistema de plugins (JSON Schema)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26426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282696"/>
            <a:ext cx="4160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82696"/>
            <a:ext cx="457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3558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35584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unificada (Clerk → JWT propio o abstracción)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3355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995928"/>
            <a:ext cx="4160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995928"/>
            <a:ext cx="457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0690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06908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unificado (B2B clínica + B2C paciente premium)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1920" y="4069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143000"/>
            <a:ext cx="457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12161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20640" y="121615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servicios/selectors (alinear arquitectura interna)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21040" y="1216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856232"/>
            <a:ext cx="4160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856232"/>
            <a:ext cx="4572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19293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20640" y="192938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solapamiento de apps con Maily Soft (dueño del dato)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21040" y="1929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569464"/>
            <a:ext cx="4160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2569464"/>
            <a:ext cx="4572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26426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20640" y="264261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Correcciones de seguridad BLOQUEANTES (JWT, webhook, Sentry)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21040" y="26426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282696"/>
            <a:ext cx="4160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3282696"/>
            <a:ext cx="4572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33558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20640" y="335584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herramientas (mypy, N+1, factory_boy, pyproject.toml)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21040" y="3355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69087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Estimación con 2 devs senior: 6-10 semanas de refactor para base unificada estable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EF4444"/>
                </a:solidFill>
              </a:rPr>
              <a:t>C8 — BLOQUEANTE · HACER ESTA SEMANA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3 hallazgos críticos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61288"/>
            <a:ext cx="85953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61288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272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70432" y="123444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Webhook omite la firma si no hay secreto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0432" y="1453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Usa una variable de entorno inexistente → acepta requests sin validar → se pueden falsificar recetas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70432" y="16733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Fallar cerrado: rechazar si no hay secreto. Usar la variable ENVIRONMENT correcta. Exigir secreto en producción.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48256"/>
            <a:ext cx="85953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48256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21408"/>
            <a:ext cx="6400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396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70432" y="21214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JWT de Clerk no valida iss ni azp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70432" y="234086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Acepta tokens de cualquier instancia de Clerk → acceso no autorizado posible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70432" y="2560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Validar issuer y authorized-party en el middleware ClerkAuthMiddleware. Cachear JWKS con TTL.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35224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08376"/>
            <a:ext cx="6400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2666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70432" y="300837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DSN de Sentry hardcodeado en base.py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0432" y="32278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Datos de telemetría expuestos en el código fuente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70432" y="34472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Mover a variable de entorno. Rotar el DSN actual.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822192"/>
            <a:ext cx="85953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822192"/>
            <a:ext cx="54864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895344"/>
            <a:ext cx="64008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136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70432" y="38953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· notify() no acepta extra_data → TypeError en runtime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70432" y="41148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Notificaciones que nunca se mandan sin error visible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70432" y="43342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Corregir la firma de notify() + añadir test de regresión.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5E3"/>
                </a:solidFill>
              </a:rPr>
              <a:t>DECISIÓN ESTRATÉGICA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¿Unificar o dos backends por API?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7764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9776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 — UN backend unificado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6184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 de código a largo plazo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9659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real + MPI global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2951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3134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cobro y auth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426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6609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 semanas de refactor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9008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30083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total de features nuevas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33558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que Maily Soft exista ya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6850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romper producción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03250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40507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asume esta opción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411480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5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97280"/>
            <a:ext cx="4114800" cy="384048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143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B — Dos backends por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16002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75504" y="16184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features no se pausa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9472" y="19476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75504" y="19659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riesgo para usuarios actuales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19472" y="22951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75504" y="231343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microservicios (patrón válido)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9472" y="26426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75504" y="26609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gradual cuando Maily Soft madure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299008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75504" y="30083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codebases que mantener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19472" y="3337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75504" y="33558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API adicionales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19472" y="36850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75504" y="37033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 para equipo pequeño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19472" y="403250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75504" y="40507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si Maily Soft no existe aún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736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Pregunta clave: ¿Existe Maily Soft como codebase activo hoy? Si no — la Opción B es la correcta.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5E3"/>
                </a:solidFill>
              </a:rPr>
              <a:t>HOJA DE RUTA DE UNIFICACIÓN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por fases — si se elige Opción 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14400"/>
            <a:ext cx="530352" cy="5303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932688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+ Tooling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· BLOQUEANTE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C8: Todos los fixes de seguridad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697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Bug extra_data en notify()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566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pyproject.toml + mypy + pip-audit en CI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50592" y="109728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097280"/>
            <a:ext cx="201168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112" y="914400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932688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42032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Cimientos unificados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96312" y="15727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2-4 · EL GRUESO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42032" y="1828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C1: Modelo base + multi-tenant (módulo a módulo)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42032" y="2697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C4: Corregir validación JWT + decidir JWT vs abstracción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42032" y="3566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C2 inicio: separar PatientAccount de ClinicPatientLink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109728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1097280"/>
            <a:ext cx="20116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58384" y="91440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58384" y="932688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18304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Reubicación de dominios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72584" y="15727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4-7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18304" y="1828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C7: Resolver dueño de cada app (recetas/citas/labs → Maily Soft)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18304" y="2697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C2 completo: repuntar datos clínicos a patient_link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18304" y="3566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C5: Cobro dual (B2B clínica vs B2C paciente premium)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03136" y="109728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03136" y="1097280"/>
            <a:ext cx="20116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34656" y="914400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34656" y="932688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94576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Especialidades y limpieza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48856" y="15727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7-10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94576" y="1828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C3: Nutrición como plugin de referencia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94576" y="2697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C6: Capa de servicios (gradual, app por app)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94576" y="3566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C9: N+1, factories, modelo base en todos los modelos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736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Estrategia: módulo por módulo, nunca big bang — cada fase deja el sistema funcionando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5E3"/>
                </a:solidFill>
              </a:rPr>
              <a:t>C7 — RESOLUCIÓN DE SOLAPAMIENTO DE APPS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 dueño del dato? — App por app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1627632"/>
          </a:xfrm>
          <a:prstGeom prst="rect">
            <a:avLst/>
          </a:prstGeom>
          <a:solidFill>
            <a:srgbClr val="F7FE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Fusionar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508760"/>
            <a:ext cx="243230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72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accounts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payments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2677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specialists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097280"/>
            <a:ext cx="2651760" cy="1627632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18688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⬅ Maily Soft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8688" y="1508760"/>
            <a:ext cx="243230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572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prescriptions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18688" y="19202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appointments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18688" y="22677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lab_results / documents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1097280"/>
            <a:ext cx="2651760" cy="162763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53328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Compartida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3328" y="1508760"/>
            <a:ext cx="243230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1572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medications / vitals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53328" y="19202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chat / telemedicine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89504"/>
            <a:ext cx="2651760" cy="162763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" y="2980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 quedan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" y="3300984"/>
            <a:ext cx="243230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3649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wellness / gamification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" y="371246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family_care / surveys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405993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coupons / partners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08960" y="2889504"/>
            <a:ext cx="2651760" cy="1627632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18688" y="2980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Dividir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18688" y="3300984"/>
            <a:ext cx="243230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33649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analytics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2889504"/>
            <a:ext cx="2651760" cy="162763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53328" y="2980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 plugin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53328" y="3300984"/>
            <a:ext cx="243230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53328" y="33649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nutrition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C5E3"/>
                </a:solidFill>
              </a:rPr>
              <a:t>RECOMENDACIÓN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postura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1097280"/>
          </a:xfrm>
          <a:prstGeom prst="rect">
            <a:avLst/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54864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Inmediato (esta semana)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Corregir validación iss/azp en el JWT de Clerk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Corregir webhook con firma omisible (riesgo de falsificar recetas)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Mover DSN de Sentry a variable de entorno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Fix bug notify() con extra_data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8595360" cy="1097280"/>
          </a:xfrm>
          <a:prstGeom prst="rect">
            <a:avLst/>
          </a:prstGeom>
          <a:solidFill>
            <a:srgbClr val="1E293B"/>
          </a:solidFill>
          <a:ln w="10160">
            <a:solidFill>
              <a:srgbClr val="00C5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377440"/>
            <a:ext cx="54864" cy="1097280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505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Decisión estratégica (esta semana)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¿Existe Maily Soft como codebase real hoy?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 SÍ → comenzar Fase 1 (C1 + C2) en paralelo con features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 NO → Opción B (dos backends por API) hasta que Maily Soft madure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El documento asume Opción A; justifica re-evaluarla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639312"/>
            <a:ext cx="8595360" cy="1097280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639312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124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 que NO toca de inmediato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86784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C3 Plugins, C5 Cobro dual, C6 Servicios → son Fase 2-3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La app móvil sigue funcionando en cualquier escenario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El admin portal web está listo y no depende de la decisión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47472" y="1682496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70078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691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C8 (seguridad) — sin discusión, esta semana, esfuerzo bajo, impacto crítico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30428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3225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23134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¿existe Maily Soft? → decide Opción A vs. 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926080"/>
            <a:ext cx="347472" cy="347472"/>
          </a:xfrm>
          <a:prstGeom prst="ellipse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94436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93522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Opción A: arrancar C1 (TenantAwareModel) módulo por módulo, empezando por accounts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547872"/>
            <a:ext cx="347472" cy="347472"/>
          </a:xfrm>
          <a:prstGeom prst="ellipse">
            <a:avLst/>
          </a:prstGeom>
          <a:solidFill>
            <a:srgbClr val="00C5E3"/>
          </a:solidFill>
          <a:ln w="12700">
            <a:solidFill>
              <a:srgbClr val="00C5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5661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355701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Opción B: definir contrato API entre MailyT-Cuida y Maily Soft; continuar con features del paciente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416966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41879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41788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cualquier caso: completar módulos M08 Chat, M09 Suscripción, M18 Telemedicina en el mobile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MailyT-Cuida  ·  Mayo 2026  ·  Basado en análisis de joseph cambios.pdf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MailyT-Cuida — Estado actual y propuesta de unificación</dc:title>
  <dc:subject>PptxGenJS Presentation</dc:subject>
  <dc:creator>MailyT-Cuida Team</dc:creator>
  <cp:lastModifiedBy>MailyT-Cuida Team</cp:lastModifiedBy>
  <cp:revision>1</cp:revision>
  <dcterms:created xsi:type="dcterms:W3CDTF">2026-05-23T17:00:31Z</dcterms:created>
  <dcterms:modified xsi:type="dcterms:W3CDTF">2026-05-23T17:00:31Z</dcterms:modified>
</cp:coreProperties>
</file>